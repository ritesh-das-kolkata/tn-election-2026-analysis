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How many seats did each 2021 party defend? — Seats lost vs retained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 Lost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DMK</c:v>
                </c:pt>
                <c:pt idx="1">
                  <c:v>AIADMK</c:v>
                </c:pt>
                <c:pt idx="2">
                  <c:v>INC</c:v>
                </c:pt>
                <c:pt idx="3">
                  <c:v>PMK</c:v>
                </c:pt>
                <c:pt idx="4">
                  <c:v>BJP</c:v>
                </c:pt>
                <c:pt idx="5">
                  <c:v>VCK</c:v>
                </c:pt>
                <c:pt idx="6">
                  <c:v>CPI(M)</c:v>
                </c:pt>
                <c:pt idx="7">
                  <c:v>CPI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</c:v>
                </c:pt>
                <c:pt idx="1">
                  <c:v>44</c:v>
                </c:pt>
                <c:pt idx="2">
                  <c:v>14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Seats Retained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DMK</c:v>
                </c:pt>
                <c:pt idx="1">
                  <c:v>AIADMK</c:v>
                </c:pt>
                <c:pt idx="2">
                  <c:v>INC</c:v>
                </c:pt>
                <c:pt idx="3">
                  <c:v>PMK</c:v>
                </c:pt>
                <c:pt idx="4">
                  <c:v>BJP</c:v>
                </c:pt>
                <c:pt idx="5">
                  <c:v>VCK</c:v>
                </c:pt>
                <c:pt idx="6">
                  <c:v>CPI(M)</c:v>
                </c:pt>
                <c:pt idx="7">
                  <c:v>CPI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</c:v>
                </c:pt>
                <c:pt idx="1">
                  <c:v>22</c:v>
                </c:pt>
                <c:pt idx="2">
                  <c:v>4</c:v>
                </c:pt>
                <c:pt idx="3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0090680"/>
        <c:axId val="200089896"/>
      </c:barChart>
      <c:catAx>
        <c:axId val="2000906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0089896"/>
        <c:crosses val="autoZero"/>
        <c:auto val="1"/>
        <c:lblAlgn val="ctr"/>
        <c:lblOffset val="100"/>
        <c:noMultiLvlLbl val="1"/>
      </c:catAx>
      <c:valAx>
        <c:axId val="20008989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0090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2021 Election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DMK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22</c:v>
                </c:pt>
                <c:pt idx="2">
                  <c:v>16</c:v>
                </c:pt>
                <c:pt idx="3">
                  <c:v>4</c:v>
                </c:pt>
                <c:pt idx="4">
                  <c:v>28</c:v>
                </c:pt>
                <c:pt idx="5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AIADMK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19</c:v>
                </c:pt>
                <c:pt idx="4">
                  <c:v>4</c:v>
                </c:pt>
                <c:pt idx="5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9</c:v>
                </c:pt>
                <c:pt idx="3">
                  <c:v>10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66175712"/>
        <c:axId val="266174928"/>
      </c:barChart>
      <c:catAx>
        <c:axId val="2661757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66174928"/>
        <c:crosses val="autoZero"/>
        <c:auto val="1"/>
        <c:lblAlgn val="ctr"/>
        <c:lblOffset val="100"/>
        <c:noMultiLvlLbl val="1"/>
      </c:catAx>
      <c:valAx>
        <c:axId val="26617492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66175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2026 Election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TVK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21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DMK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10</c:v>
                </c:pt>
                <c:pt idx="2">
                  <c:v>12</c:v>
                </c:pt>
                <c:pt idx="3">
                  <c:v>4</c:v>
                </c:pt>
                <c:pt idx="4">
                  <c:v>14</c:v>
                </c:pt>
                <c:pt idx="5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AIADMK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9</c:v>
                </c:pt>
                <c:pt idx="4">
                  <c:v>2</c:v>
                </c:pt>
                <c:pt idx="5">
                  <c:v>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Chennai Metro</c:v>
                </c:pt>
                <c:pt idx="1">
                  <c:v>North</c:v>
                </c:pt>
                <c:pt idx="2">
                  <c:v>Central</c:v>
                </c:pt>
                <c:pt idx="3">
                  <c:v>Kongu</c:v>
                </c:pt>
                <c:pt idx="4">
                  <c:v>Delta</c:v>
                </c:pt>
                <c:pt idx="5">
                  <c:v>South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66180024"/>
        <c:axId val="266177672"/>
      </c:barChart>
      <c:catAx>
        <c:axId val="2661800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66177672"/>
        <c:crosses val="autoZero"/>
        <c:auto val="1"/>
        <c:lblAlgn val="ctr"/>
        <c:lblOffset val="100"/>
        <c:noMultiLvlLbl val="1"/>
      </c:catAx>
      <c:valAx>
        <c:axId val="26617767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66180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05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0A7EA4"/>
                </a:solidFill>
              </a:rPr>
              <a:t>ATLIQ MEDIA  ·  DATA ANALYSIS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 Tamil Nadu
Rewrote Its Map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2026 Tamil Nadu Assembly Election — A data-driven show pitch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for AtliQ Media leadership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15968"/>
            <a:ext cx="320040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Ritesh Das  |  Data Analyst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A7E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85800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constituencies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analysed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THE BIG PICTURE — 2026 IN 4 NUMBERS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TVK seats won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Brand new party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first ever election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88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42032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Seats flipped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69.7% of 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234 constituencies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14400"/>
            <a:ext cx="201168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188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A7E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718304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Avg winning margin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8304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Votes — down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23K in 2021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20116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14400"/>
            <a:ext cx="201168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1887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894576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Won below 35%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Constituencies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fragmented mandate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Source: Election Commission of India — ECI Form-20 results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A7EA4"/>
                </a:solidFill>
              </a:rPr>
              <a:t>STORY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Great Flip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A838"/>
                </a:solidFill>
              </a:rPr>
              <a:t>163 of 234 seats changed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E8A838"/>
                </a:solidFill>
              </a:rPr>
              <a:t>their winning party.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That is 69.7% of Tamil Nadu flipping in a single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election night. No party was safe.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685800"/>
            <a:ext cx="3108960" cy="420624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0A7EA4"/>
                </a:solidFill>
              </a:rPr>
              <a:t>TOP SEAT TRANSITIONS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DMK → TVK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536192"/>
            <a:ext cx="2122714" cy="20116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7754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</a:rPr>
              <a:t>65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AIADMK → TVK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849086" cy="20116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4126" y="2258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</a:rPr>
              <a:t>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INC → TVK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3035808"/>
            <a:ext cx="359229" cy="20116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4269" y="3008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</a:rPr>
              <a:t>11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529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DMK → AIADMK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785616"/>
            <a:ext cx="718457" cy="201168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3497" y="3758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</a:rPr>
              <a:t>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279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AIADMK → DMK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4535424"/>
            <a:ext cx="489857" cy="201168"/>
          </a:xfrm>
          <a:prstGeom prst="rect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4897" y="4507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A838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WHERE DID EVERY SEAT GO?  —  2021 → 2026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531022546"/>
              </p:ext>
            </p:extLst>
          </p:nvPr>
        </p:nvGraphicFramePr>
        <p:xfrm>
          <a:off x="365760" y="82296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914400"/>
          <a:ext cx="2926080" cy="256032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731520"/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Party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3611880"/>
            <a:ext cx="29260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8076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A838"/>
                </a:solidFill>
              </a:rPr>
              <a:t>TVK absorbed seats from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E8A838"/>
                </a:solidFill>
              </a:rPr>
              <a:t>every major party in its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E8A838"/>
                </a:solidFill>
              </a:rPr>
              <a:t>very first election.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STORY 2  —  THE GEOGRAPHIC SWEEP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</a:rPr>
              <a:t>Every region of Tamil Nadu shifted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32588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0A7EA4"/>
                </a:solidFill>
              </a:rPr>
              <a:t>STORY 2  —  REGIONAL SPOTLIGHT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Chennai Metro: The Complete Takeover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2021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747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DMK seats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out of 32  ·  90.6% of the metro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1874520"/>
            <a:ext cx="34747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965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512064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TVK seats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838"/>
                </a:solidFill>
              </a:rPr>
              <a:t>DMK went from 29 seats to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STORY 3  —  THE FRAGMENTED MANDATE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</a:rPr>
              <a:t>Most winners did not get a majority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480560" y="1371600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80560" y="1371600"/>
            <a:ext cx="64008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4630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57784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won above 50%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 true majority — only 5.6% of seats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2560320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560320"/>
            <a:ext cx="64008" cy="10515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517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A7E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57784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won 35%–50%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7784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Most common result — close but not majority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3749040"/>
            <a:ext cx="43891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80560" y="374904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38404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557784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won below 35%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More voters chose someone else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480560" y="4617720"/>
            <a:ext cx="43891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46451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A838"/>
                </a:solidFill>
              </a:rPr>
              <a:t>Tiruppattur — won by exactly 1 vote out of 200,000+ cast</a:t>
            </a:r>
            <a:endParaRPr lang="en-US" sz="10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49" y="1389888"/>
            <a:ext cx="403453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ADVANCED INSIGHTS  —  BEYOND THE HEADLINE NUMBERS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BJP survival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Lost all 4 seats it held in 2021.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Udhagamandalam gained — a different seat.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4206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9202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DMK survival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Retained only 40 of 133 seats.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Historic anti-incumbency collapse.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4206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0972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TVK win rate — SC seats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Higher than its 45% GEN seat rate.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Wave cut across reserved constituencies.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4206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CPI — 100% survival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Only party that retained every seat.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Both seats held from 2021 to 2026.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Note: TVK was founded in 2024 and did not contest the 2021 election.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431</Words>
  <Application>Microsoft Office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 2026 Election — AtliQ Media</dc:title>
  <dc:subject>PptxGenJS Presentation</dc:subject>
  <dc:creator>Ritesh Das</dc:creator>
  <cp:lastModifiedBy>Ritesh Das</cp:lastModifiedBy>
  <cp:revision>4</cp:revision>
  <dcterms:created xsi:type="dcterms:W3CDTF">2026-05-25T05:08:08Z</dcterms:created>
  <dcterms:modified xsi:type="dcterms:W3CDTF">2026-05-25T06:30:21Z</dcterms:modified>
</cp:coreProperties>
</file>